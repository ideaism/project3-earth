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eijixinfei/project3设计/ppt/slides-v2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Website That Tips</dc:title>
  <dc:subject>Radical Earth interactive web publication</dc:subject>
  <dc:creator>Codex</dc:creator>
  <cp:lastModifiedBy>Codex</cp:lastModifiedBy>
  <cp:revision>1</cp:revision>
  <dcterms:created xsi:type="dcterms:W3CDTF">2026-05-09T12:19:02Z</dcterms:created>
  <dcterms:modified xsi:type="dcterms:W3CDTF">2026-05-09T12:19:02Z</dcterms:modified>
</cp:coreProperties>
</file>