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</p:sldIdLst>
  <p:notesMasterIdLst>
    <p:notesMasterId r:id="rId21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notesMaster" Target="notesMasters/notesMaster1.xml"/><Relationship Id="rId22" Type="http://schemas.openxmlformats.org/officeDocument/2006/relationships/presProps" Target="presProps.xml"/><Relationship Id="rId23" Type="http://schemas.openxmlformats.org/officeDocument/2006/relationships/viewProps" Target="viewProps.xml"/><Relationship Id="rId24" Type="http://schemas.openxmlformats.org/officeDocument/2006/relationships/theme" Target="theme/theme1.xml"/><Relationship Id="rId2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hyperlink" Target="https://project3-earth.vercel.app/" TargetMode="External"/><Relationship Id="rId1" Type="http://schemas.openxmlformats.org/officeDocument/2006/relationships/image" Target="../media/image-1-1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hyperlink" Target="https://project3-earth.vercel.app/" TargetMode="External"/><Relationship Id="rId1" Type="http://schemas.openxmlformats.org/officeDocument/2006/relationships/image" Target="../media/image-18-1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hyperlink" Target="https://project3-earth.vercel.app/" TargetMode="External"/><Relationship Id="rId1" Type="http://schemas.openxmlformats.org/officeDocument/2006/relationships/image" Target="../media/image-19-1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5F1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Users/beijixinfei/project3设计/ppt/slides-guizang/slide-01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 0">
            <a:hlinkClick r:id="rId2" tooltip="Open live web prototype"/>
          </p:cNvPr>
          <p:cNvSpPr/>
          <p:nvPr/>
        </p:nvSpPr>
        <p:spPr>
          <a:xfrm>
            <a:off x="438912" y="5870448"/>
            <a:ext cx="2971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u="sng" dirty="0">
                <a:solidFill>
                  <a:srgbClr val="F5F1E8">
                    <a:alpha val="0"/>
                  </a:srgbClr>
                </a:solidFill>
                <a:latin typeface="Aptos" pitchFamily="34" charset="0"/>
                <a:ea typeface="Aptos" pitchFamily="34" charset="-122"/>
                <a:cs typeface="Aptos" pitchFamily="34" charset="-120"/>
                <a:hlinkClick r:id="rId2" invalidUrl="" action="" tgtFrame="" tooltip="Open live web prototype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https://project3-earth.vercel.app/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5F1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Users/beijixinfei/project3设计/ppt/slides-guizang/slide-0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5F1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Users/beijixinfei/project3设计/ppt/slides-guizang/slide-03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5F1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Users/beijixinfei/project3设计/ppt/slides-guizang/slide-04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5F1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Users/beijixinfei/project3设计/ppt/slides-guizang/slide-05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5F1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Users/beijixinfei/project3设计/ppt/slides-guizang/slide-06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5F1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Users/beijixinfei/project3设计/ppt/slides-guizang/slide-07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5F1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Users/beijixinfei/project3设计/ppt/slides-guizang/slide-08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5F1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Users/beijixinfei/project3设计/ppt/slides-guizang/slide-09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5F1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Users/beijixinfei/project3设计/ppt/slides-guizang/slide-10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5F1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Users/beijixinfei/project3设计/ppt/slides-guizang/slide-11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5F1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Users/beijixinfei/project3设计/ppt/slides-guizang/slide-1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5F1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Users/beijixinfei/project3设计/ppt/slides-guizang/slide-13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5F1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Users/beijixinfei/project3设计/ppt/slides-guizang/slide-14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5F1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Users/beijixinfei/project3设计/ppt/slides-guizang/slide-15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5F1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Users/beijixinfei/project3设计/ppt/slides-guizang/slide-16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5F1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Users/beijixinfei/project3设计/ppt/slides-guizang/slide-17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5F1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Users/beijixinfei/project3设计/ppt/slides-guizang/slide-18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 0">
            <a:hlinkClick r:id="rId2" tooltip="Open live web prototype"/>
          </p:cNvPr>
          <p:cNvSpPr/>
          <p:nvPr/>
        </p:nvSpPr>
        <p:spPr>
          <a:xfrm>
            <a:off x="841248" y="4590288"/>
            <a:ext cx="43891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u="sng" dirty="0">
                <a:solidFill>
                  <a:srgbClr val="F5F1E8">
                    <a:alpha val="0"/>
                  </a:srgbClr>
                </a:solidFill>
                <a:latin typeface="Aptos" pitchFamily="34" charset="0"/>
                <a:ea typeface="Aptos" pitchFamily="34" charset="-122"/>
                <a:cs typeface="Aptos" pitchFamily="34" charset="-120"/>
                <a:hlinkClick r:id="rId2" invalidUrl="" action="" tgtFrame="" tooltip="Open live web prototype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https://project3-earth.vercel.app/</a:t>
            </a:r>
            <a:endParaRPr lang="en-US" sz="8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5F1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Users/beijixinfei/project3设计/ppt/slides-guizang/slide-19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 0">
            <a:hlinkClick r:id="rId2" tooltip="Open live web prototype"/>
          </p:cNvPr>
          <p:cNvSpPr/>
          <p:nvPr/>
        </p:nvSpPr>
        <p:spPr>
          <a:xfrm>
            <a:off x="841248" y="4590288"/>
            <a:ext cx="43891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u="sng" dirty="0">
                <a:solidFill>
                  <a:srgbClr val="1A2E1F">
                    <a:alpha val="0"/>
                  </a:srgbClr>
                </a:solidFill>
                <a:latin typeface="Aptos" pitchFamily="34" charset="0"/>
                <a:ea typeface="Aptos" pitchFamily="34" charset="-122"/>
                <a:cs typeface="Aptos" pitchFamily="34" charset="-120"/>
                <a:hlinkClick r:id="rId2" invalidUrl="" action="" tgtFrame="" tooltip="Open live web prototype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https://project3-earth.vercel.app/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19</Slides>
  <Notes>19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</vt:vector>
  </TitlesOfParts>
  <Company>MACD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The Earth, Written by Us</dc:title>
  <dc:subject>Regenerated with guizang-ppt-skill from extracted PPT content</dc:subject>
  <dc:creator>Codex</dc:creator>
  <cp:lastModifiedBy>Codex</cp:lastModifiedBy>
  <cp:revision>1</cp:revision>
  <dcterms:created xsi:type="dcterms:W3CDTF">2026-05-09T16:11:53Z</dcterms:created>
  <dcterms:modified xsi:type="dcterms:W3CDTF">2026-05-09T16:11:53Z</dcterms:modified>
</cp:coreProperties>
</file>