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MACD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Earth, Written by Us</dc:title>
  <dc:subject>Interactive web publication project presentation</dc:subject>
  <dc:creator>Codex</dc:creator>
  <cp:lastModifiedBy>Codex</cp:lastModifiedBy>
  <cp:revision>1</cp:revision>
  <dcterms:created xsi:type="dcterms:W3CDTF">2026-05-09T14:38:47Z</dcterms:created>
  <dcterms:modified xsi:type="dcterms:W3CDTF">2026-05-09T14:38:47Z</dcterms:modified>
</cp:coreProperties>
</file>